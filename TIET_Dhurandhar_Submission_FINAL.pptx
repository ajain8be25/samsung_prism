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2756460"/>
            <a:ext cx="17536115" cy="5795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746050"/>
            <a:ext cx="18478495" cy="77981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620399"/>
            <a:ext cx="18360697" cy="9690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620399"/>
            <a:ext cx="18360697" cy="9690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746050"/>
            <a:ext cx="18360697" cy="95651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746050"/>
            <a:ext cx="18352844" cy="7806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746050"/>
            <a:ext cx="18360697" cy="95651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620399"/>
            <a:ext cx="18360697" cy="96908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746050"/>
            <a:ext cx="18360697" cy="95651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620399"/>
            <a:ext cx="18360697" cy="96908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01" y="691078"/>
            <a:ext cx="18360697" cy="81123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0374" y="2827139"/>
            <a:ext cx="10311204" cy="5473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2026-09-28T12:23:16Z</dcterms:created>
  <dcterms:modified xsi:type="dcterms:W3CDTF">2026-09-28T12:23:16Z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2026-09-24T00:00:00Z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3-Heights(TM) PDF Security Shell 4.8.25.2 (http://www.pdf-tools.com)</vt:lpwstr>
  </property>
</Properties>
</file>